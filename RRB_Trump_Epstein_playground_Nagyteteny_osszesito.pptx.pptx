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6B5AE59-1484-41AD-A5D6-B7A9DBABCDBC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17FFED1-AB6B-440C-9F03-E724723F3135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077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AE59-1484-41AD-A5D6-B7A9DBABCDBC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FED1-AB6B-440C-9F03-E724723F31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289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AE59-1484-41AD-A5D6-B7A9DBABCDBC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FED1-AB6B-440C-9F03-E724723F3135}" type="slidenum">
              <a:rPr lang="hu-HU" smtClean="0"/>
              <a:t>‹#›</a:t>
            </a:fld>
            <a:endParaRPr lang="hu-H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329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AE59-1484-41AD-A5D6-B7A9DBABCDBC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FED1-AB6B-440C-9F03-E724723F31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4014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AE59-1484-41AD-A5D6-B7A9DBABCDBC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FED1-AB6B-440C-9F03-E724723F3135}" type="slidenum">
              <a:rPr lang="hu-HU" smtClean="0"/>
              <a:t>‹#›</a:t>
            </a:fld>
            <a:endParaRPr lang="hu-H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853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AE59-1484-41AD-A5D6-B7A9DBABCDBC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FED1-AB6B-440C-9F03-E724723F3135}" type="slidenum">
              <a:rPr lang="hu-HU" smtClean="0"/>
              <a:t>‹#›</a:t>
            </a:fld>
            <a:endParaRPr lang="hu-H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549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AE59-1484-41AD-A5D6-B7A9DBABCDBC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FED1-AB6B-440C-9F03-E724723F31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72674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AE59-1484-41AD-A5D6-B7A9DBABCDBC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FED1-AB6B-440C-9F03-E724723F3135}" type="slidenum">
              <a:rPr lang="hu-HU" smtClean="0"/>
              <a:t>‹#›</a:t>
            </a:fld>
            <a:endParaRPr lang="hu-H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200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AE59-1484-41AD-A5D6-B7A9DBABCDBC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FED1-AB6B-440C-9F03-E724723F31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7979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AE59-1484-41AD-A5D6-B7A9DBABCDBC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FED1-AB6B-440C-9F03-E724723F31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9590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AE59-1484-41AD-A5D6-B7A9DBABCDBC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FED1-AB6B-440C-9F03-E724723F3135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732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AE59-1484-41AD-A5D6-B7A9DBABCDBC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FED1-AB6B-440C-9F03-E724723F3135}" type="slidenum">
              <a:rPr lang="hu-HU" smtClean="0"/>
              <a:t>‹#›</a:t>
            </a:fld>
            <a:endParaRPr lang="hu-H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056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AE59-1484-41AD-A5D6-B7A9DBABCDBC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FED1-AB6B-440C-9F03-E724723F31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3580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AE59-1484-41AD-A5D6-B7A9DBABCDBC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FED1-AB6B-440C-9F03-E724723F3135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98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AE59-1484-41AD-A5D6-B7A9DBABCDBC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FED1-AB6B-440C-9F03-E724723F3135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862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AE59-1484-41AD-A5D6-B7A9DBABCDBC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FED1-AB6B-440C-9F03-E724723F3135}" type="slidenum">
              <a:rPr lang="hu-HU" smtClean="0"/>
              <a:t>‹#›</a:t>
            </a:fld>
            <a:endParaRPr lang="hu-H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429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AE59-1484-41AD-A5D6-B7A9DBABCDBC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FED1-AB6B-440C-9F03-E724723F3135}" type="slidenum">
              <a:rPr lang="hu-HU" smtClean="0"/>
              <a:t>‹#›</a:t>
            </a:fld>
            <a:endParaRPr lang="hu-H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084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6B5AE59-1484-41AD-A5D6-B7A9DBABCDBC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7FFED1-AB6B-440C-9F03-E724723F31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2245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F6C995-8D7D-4D04-B65F-21B2626822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Munka összesítő prezentáció</a:t>
            </a:r>
          </a:p>
        </p:txBody>
      </p:sp>
    </p:spTree>
    <p:extLst>
      <p:ext uri="{BB962C8B-B14F-4D97-AF65-F5344CB8AC3E}">
        <p14:creationId xmlns:p14="http://schemas.microsoft.com/office/powerpoint/2010/main" val="1885410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6892B4A-EA51-40B5-B8D2-7F1ED66E9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523" y="659731"/>
            <a:ext cx="1305755" cy="560488"/>
          </a:xfrm>
        </p:spPr>
        <p:txBody>
          <a:bodyPr>
            <a:noAutofit/>
          </a:bodyPr>
          <a:lstStyle/>
          <a:p>
            <a:r>
              <a:rPr lang="hu-HU" dirty="0"/>
              <a:t>1. Nap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0BE383A-670F-4098-A923-4A281E9EE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48278" y="659731"/>
            <a:ext cx="9601199" cy="860400"/>
          </a:xfrm>
        </p:spPr>
        <p:txBody>
          <a:bodyPr>
            <a:normAutofit/>
          </a:bodyPr>
          <a:lstStyle/>
          <a:p>
            <a:r>
              <a:rPr lang="hu-HU" sz="2400" dirty="0"/>
              <a:t>Kezdeti munkálatok Richárd a szöveg és információ összegyűjtését kapta, Bence a </a:t>
            </a:r>
            <a:r>
              <a:rPr lang="hu-HU" sz="2400" dirty="0" err="1"/>
              <a:t>a</a:t>
            </a:r>
            <a:r>
              <a:rPr lang="hu-HU" sz="2400" dirty="0"/>
              <a:t> </a:t>
            </a:r>
            <a:r>
              <a:rPr lang="hu-HU" sz="2400" dirty="0" err="1"/>
              <a:t>github</a:t>
            </a:r>
            <a:r>
              <a:rPr lang="hu-HU" sz="2400" dirty="0"/>
              <a:t> </a:t>
            </a:r>
            <a:r>
              <a:rPr lang="hu-HU" sz="2400" dirty="0" err="1"/>
              <a:t>repository</a:t>
            </a:r>
            <a:r>
              <a:rPr lang="hu-HU" sz="2400" dirty="0"/>
              <a:t> és </a:t>
            </a:r>
            <a:r>
              <a:rPr lang="hu-HU" sz="2400" dirty="0" err="1"/>
              <a:t>ppt</a:t>
            </a:r>
            <a:r>
              <a:rPr lang="hu-HU" sz="2400" dirty="0"/>
              <a:t> kreálását kapta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6CDD8FE0-470C-4B9E-871E-66C80F56D70D}"/>
              </a:ext>
            </a:extLst>
          </p:cNvPr>
          <p:cNvSpPr txBox="1"/>
          <p:nvPr/>
        </p:nvSpPr>
        <p:spPr>
          <a:xfrm>
            <a:off x="535991" y="3844030"/>
            <a:ext cx="111381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/>
              <a:t>Richárd: </a:t>
            </a:r>
            <a:r>
              <a:rPr lang="hu-HU" sz="2400" dirty="0"/>
              <a:t>Ricsi írt bizonyos mennyiségű szöveget a </a:t>
            </a:r>
            <a:r>
              <a:rPr lang="hu-HU" sz="2400" dirty="0" err="1"/>
              <a:t>ppt-hez</a:t>
            </a:r>
            <a:r>
              <a:rPr lang="hu-HU" sz="2400" dirty="0"/>
              <a:t> de nem megfelelő mennyiségben  6/10</a:t>
            </a:r>
          </a:p>
          <a:p>
            <a:r>
              <a:rPr lang="hu-HU" sz="2400" b="1" dirty="0" err="1"/>
              <a:t>Rokkó</a:t>
            </a:r>
            <a:r>
              <a:rPr lang="hu-HU" sz="2400" b="1" dirty="0"/>
              <a:t>: </a:t>
            </a:r>
            <a:r>
              <a:rPr lang="hu-HU" sz="2400" dirty="0"/>
              <a:t>Nem volt jelen 0/10</a:t>
            </a:r>
          </a:p>
          <a:p>
            <a:r>
              <a:rPr lang="hu-HU" sz="2400" b="1" dirty="0"/>
              <a:t>Bence: </a:t>
            </a:r>
            <a:r>
              <a:rPr lang="hu-HU" sz="2400" dirty="0"/>
              <a:t>Bence projektet létrehozta a </a:t>
            </a:r>
            <a:r>
              <a:rPr lang="hu-HU" sz="2400" dirty="0" err="1"/>
              <a:t>githubon</a:t>
            </a:r>
            <a:r>
              <a:rPr lang="hu-HU" sz="2400" dirty="0"/>
              <a:t>, és a </a:t>
            </a:r>
            <a:r>
              <a:rPr lang="hu-HU" sz="2400" dirty="0" err="1"/>
              <a:t>ppt</a:t>
            </a:r>
            <a:r>
              <a:rPr lang="hu-HU" sz="2400" dirty="0"/>
              <a:t>-t is nagyjából,  8/10</a:t>
            </a:r>
          </a:p>
        </p:txBody>
      </p:sp>
    </p:spTree>
    <p:extLst>
      <p:ext uri="{BB962C8B-B14F-4D97-AF65-F5344CB8AC3E}">
        <p14:creationId xmlns:p14="http://schemas.microsoft.com/office/powerpoint/2010/main" val="9976281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kus">
  <a:themeElements>
    <a:clrScheme name="Organikus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ku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kus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</TotalTime>
  <Words>60</Words>
  <Application>Microsoft Office PowerPoint</Application>
  <PresentationFormat>Szélesvásznú</PresentationFormat>
  <Paragraphs>6</Paragraphs>
  <Slides>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</vt:i4>
      </vt:variant>
    </vt:vector>
  </HeadingPairs>
  <TitlesOfParts>
    <vt:vector size="5" baseType="lpstr">
      <vt:lpstr>Arial</vt:lpstr>
      <vt:lpstr>Garamond</vt:lpstr>
      <vt:lpstr>Organikus</vt:lpstr>
      <vt:lpstr>Munka összesítő prezentáció</vt:lpstr>
      <vt:lpstr>1. Nap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Munka összesítő prezentáció</dc:title>
  <dc:creator>László Bence József</dc:creator>
  <cp:lastModifiedBy>László Bence József</cp:lastModifiedBy>
  <cp:revision>3</cp:revision>
  <dcterms:created xsi:type="dcterms:W3CDTF">2026-10-08T09:16:53Z</dcterms:created>
  <dcterms:modified xsi:type="dcterms:W3CDTF">2026-10-08T09:31:19Z</dcterms:modified>
</cp:coreProperties>
</file>