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0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36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6934" y="0"/>
            <a:ext cx="12231160" cy="6856214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60488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134497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43401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472294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98941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65595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82301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9233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88794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206883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322145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0606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726341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 idéze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48424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gaz vagy ham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8300457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162390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0772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736" y="0"/>
            <a:ext cx="12229962" cy="6856214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02476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7B2855C-3CF6-4EF6-A67A-5CC6787FB1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83933" y="1838629"/>
            <a:ext cx="6815669" cy="1515533"/>
          </a:xfrm>
        </p:spPr>
        <p:txBody>
          <a:bodyPr>
            <a:noAutofit/>
          </a:bodyPr>
          <a:lstStyle/>
          <a:p>
            <a:r>
              <a:rPr lang="hu-HU" sz="3200" b="1" dirty="0"/>
              <a:t>Programozási környezetben a változók használatának bemutatása, és hol fordulnak elő?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83278A07-AC78-4711-8DD1-CF3897565A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4208" y="3640819"/>
            <a:ext cx="6815669" cy="1320802"/>
          </a:xfrm>
        </p:spPr>
        <p:txBody>
          <a:bodyPr>
            <a:normAutofit/>
          </a:bodyPr>
          <a:lstStyle/>
          <a:p>
            <a:r>
              <a:rPr lang="hu-HU" sz="2000" b="1" dirty="0"/>
              <a:t>Készítette: Czeglédi </a:t>
            </a:r>
            <a:r>
              <a:rPr lang="hu-HU" sz="2000" b="1" dirty="0" err="1"/>
              <a:t>Tung</a:t>
            </a:r>
            <a:r>
              <a:rPr lang="hu-HU" sz="2000" b="1" dirty="0"/>
              <a:t> </a:t>
            </a:r>
            <a:r>
              <a:rPr lang="hu-HU" sz="2000" b="1" dirty="0" err="1"/>
              <a:t>Tung</a:t>
            </a:r>
            <a:r>
              <a:rPr lang="hu-HU" sz="2000" b="1" dirty="0"/>
              <a:t> </a:t>
            </a:r>
            <a:r>
              <a:rPr lang="hu-HU" sz="2000" b="1" dirty="0" err="1"/>
              <a:t>Tung</a:t>
            </a:r>
            <a:r>
              <a:rPr lang="hu-HU" sz="2000" b="1" dirty="0"/>
              <a:t> Rokkó </a:t>
            </a:r>
            <a:r>
              <a:rPr lang="hu-HU" sz="2000" b="1" dirty="0" err="1"/>
              <a:t>Sahur</a:t>
            </a:r>
            <a:r>
              <a:rPr lang="hu-HU" sz="2000" b="1" dirty="0"/>
              <a:t>,</a:t>
            </a:r>
            <a:br>
              <a:rPr lang="hu-HU" sz="2000" b="1" dirty="0"/>
            </a:br>
            <a:r>
              <a:rPr lang="hu-HU" sz="2000" b="1" dirty="0"/>
              <a:t>Megyeri </a:t>
            </a:r>
            <a:r>
              <a:rPr lang="hu-HU" sz="2000" b="1" dirty="0" err="1"/>
              <a:t>Dikárd</a:t>
            </a:r>
            <a:r>
              <a:rPr lang="hu-HU" sz="2000" b="1" dirty="0"/>
              <a:t> </a:t>
            </a:r>
            <a:r>
              <a:rPr lang="hu-HU" sz="2000" b="1" dirty="0" err="1"/>
              <a:t>Rikárd</a:t>
            </a:r>
            <a:r>
              <a:rPr lang="hu-HU" sz="2000" b="1" dirty="0"/>
              <a:t> Richárd,</a:t>
            </a:r>
            <a:br>
              <a:rPr lang="hu-HU" sz="2000" b="1" dirty="0"/>
            </a:br>
            <a:r>
              <a:rPr lang="hu-HU" sz="2000" b="1" dirty="0"/>
              <a:t>Lassuló </a:t>
            </a:r>
            <a:r>
              <a:rPr lang="hu-HU" sz="2000" b="1" dirty="0" err="1"/>
              <a:t>Shabbat</a:t>
            </a:r>
            <a:r>
              <a:rPr lang="hu-HU" sz="2000" b="1" dirty="0"/>
              <a:t> </a:t>
            </a:r>
            <a:r>
              <a:rPr lang="hu-HU" sz="2000" b="1" dirty="0" err="1"/>
              <a:t>Shalom</a:t>
            </a:r>
            <a:r>
              <a:rPr lang="hu-HU" sz="2000" b="1" dirty="0"/>
              <a:t> </a:t>
            </a:r>
            <a:r>
              <a:rPr lang="hu-HU" sz="2000" b="1" dirty="0" err="1"/>
              <a:t>Benjámince</a:t>
            </a:r>
            <a:endParaRPr lang="hu-HU" sz="2000" b="1" dirty="0"/>
          </a:p>
        </p:txBody>
      </p:sp>
    </p:spTree>
    <p:extLst>
      <p:ext uri="{BB962C8B-B14F-4D97-AF65-F5344CB8AC3E}">
        <p14:creationId xmlns:p14="http://schemas.microsoft.com/office/powerpoint/2010/main" val="1758632025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3250">
        <p15:prstTrans prst="origami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69DF5E6-49F0-4F6F-8DAB-43275C965C9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sz="4000" b="1" dirty="0"/>
              <a:t>Változó és Konstans között a különbség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B10D62CF-E08F-43A4-AC1E-BEB099B1F4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7005275" cy="1515532"/>
          </a:xfrm>
        </p:spPr>
        <p:txBody>
          <a:bodyPr>
            <a:noAutofit/>
          </a:bodyPr>
          <a:lstStyle/>
          <a:p>
            <a:r>
              <a:rPr lang="hu-HU" sz="2400" b="1" u="none" strike="noStrike" dirty="0">
                <a:effectLst/>
                <a:latin typeface="+mj-lt"/>
              </a:rPr>
              <a:t>Változó:</a:t>
            </a:r>
            <a:r>
              <a:rPr lang="hu-HU" sz="2400" b="1" dirty="0">
                <a:latin typeface="+mj-lt"/>
              </a:rPr>
              <a:t> Olyan memóriatár, aminek az értéke a program futása során bármikor módosítható.</a:t>
            </a:r>
          </a:p>
          <a:p>
            <a:r>
              <a:rPr lang="hu-HU" sz="2400" b="1" u="none" strike="noStrike" dirty="0">
                <a:effectLst/>
                <a:latin typeface="+mj-lt"/>
              </a:rPr>
              <a:t>Konstans:</a:t>
            </a:r>
            <a:r>
              <a:rPr lang="hu-HU" sz="2400" b="1" dirty="0">
                <a:latin typeface="+mj-lt"/>
              </a:rPr>
              <a:t> Egyszer kap értéket, utána módosíthatatlan, fix marad.</a:t>
            </a:r>
          </a:p>
        </p:txBody>
      </p:sp>
    </p:spTree>
    <p:extLst>
      <p:ext uri="{BB962C8B-B14F-4D97-AF65-F5344CB8AC3E}">
        <p14:creationId xmlns:p14="http://schemas.microsoft.com/office/powerpoint/2010/main" val="1444496450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3250">
        <p15:prstTrans prst="origami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2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2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2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2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BC9D2F4-5FC5-48A9-8E55-3C4C276F410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sz="4000" b="1" dirty="0"/>
              <a:t>Rugalmas és nem rugalmas nyelvek</a:t>
            </a:r>
          </a:p>
        </p:txBody>
      </p:sp>
      <p:sp>
        <p:nvSpPr>
          <p:cNvPr id="5" name="Alcím 4">
            <a:extLst>
              <a:ext uri="{FF2B5EF4-FFF2-40B4-BE49-F238E27FC236}">
                <a16:creationId xmlns:a16="http://schemas.microsoft.com/office/drawing/2014/main" id="{A50A6F5D-C796-4406-BD72-B799BFCF1FE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hu-HU" sz="1500" b="1" u="none" strike="noStrike" dirty="0">
                <a:effectLst/>
                <a:latin typeface="+mj-lt"/>
              </a:rPr>
              <a:t>-Rugalmas nyelv: A változó egy üres zacskó. Bármit belerakhatsz egymás után: először egy számot, aztán egy szöveget. A gép menet közben alkalmazkodik. (pl. JavaScript)</a:t>
            </a:r>
          </a:p>
          <a:p>
            <a:r>
              <a:rPr lang="hu-HU" sz="1500" b="1" u="none" strike="noStrike" dirty="0">
                <a:effectLst/>
                <a:latin typeface="+mj-lt"/>
              </a:rPr>
              <a:t>-Nem rugalmas nyelv:</a:t>
            </a:r>
            <a:r>
              <a:rPr lang="hu-HU" sz="1500" b="1" dirty="0">
                <a:latin typeface="+mj-lt"/>
              </a:rPr>
              <a:t> A változó egy </a:t>
            </a:r>
            <a:r>
              <a:rPr lang="hu-HU" sz="1500" b="1" u="none" strike="noStrike" dirty="0">
                <a:effectLst/>
                <a:latin typeface="+mj-lt"/>
              </a:rPr>
              <a:t>fix műanyag doboz</a:t>
            </a:r>
            <a:r>
              <a:rPr lang="hu-HU" sz="1500" b="1" dirty="0">
                <a:latin typeface="+mj-lt"/>
              </a:rPr>
              <a:t>. Ha eldöntötted, hogy szám lakik benne, később már nem tehetsz bele szöveget, mert a gép azonnal hibaüzenettel leáll. (pl. C#)</a:t>
            </a:r>
            <a:endParaRPr lang="hu-HU" sz="1500" b="1" u="none" strike="noStrike" dirty="0">
              <a:effectLst/>
              <a:latin typeface="+mj-lt"/>
            </a:endParaRP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070867035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3250">
        <p15:prstTrans prst="origami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CBDFBF6-8340-4733-AABB-78FB9F8E1DC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sz="4000" b="1" dirty="0"/>
              <a:t>Miért jó az egyik, és amiért a másik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0E7FBC7E-1BA2-4F8B-A921-6F4F7C6F60A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hu-HU" b="1" u="none" strike="noStrike" dirty="0">
                <a:effectLst/>
                <a:latin typeface="+mj-lt"/>
              </a:rPr>
              <a:t>Rugalmas (pl. Python):</a:t>
            </a:r>
            <a:r>
              <a:rPr lang="hu-HU" b="1" dirty="0">
                <a:latin typeface="+mj-lt"/>
              </a:rPr>
              <a:t> Gyorsabb vele a munka, mert nem kell a típusokon agyalni, viszont könnyebb láthatatlan hibákat hagyni a kódban.</a:t>
            </a:r>
          </a:p>
          <a:p>
            <a:r>
              <a:rPr lang="hu-HU" b="1" u="none" strike="noStrike" dirty="0">
                <a:effectLst/>
                <a:latin typeface="+mj-lt"/>
              </a:rPr>
              <a:t>Nem rugalmas (pl. C#):</a:t>
            </a:r>
            <a:r>
              <a:rPr lang="hu-HU" b="1" dirty="0">
                <a:latin typeface="+mj-lt"/>
              </a:rPr>
              <a:t> Több kódolást igényel, de a gép azonnal rácsap a kezedre, ha hülyeséget csinálsz, így szinte nincs rejtett hib</a:t>
            </a:r>
            <a:r>
              <a:rPr lang="hu-HU" dirty="0">
                <a:latin typeface="+mj-lt"/>
              </a:rPr>
              <a:t>a.</a:t>
            </a:r>
            <a:br>
              <a:rPr lang="hu-HU" dirty="0">
                <a:latin typeface="+mj-lt"/>
              </a:rPr>
            </a:br>
            <a:endParaRPr lang="hu-HU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504799974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3250">
        <p15:prstTrans prst="origami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6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8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29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0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31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2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33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4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35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6502AA7-FB45-412C-B8F2-67F30469B4C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sz="4000" b="1" dirty="0"/>
              <a:t>Hogyan néz ki ez a gyakorlatban?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06E364E7-E178-4DBF-9AE6-889361549F7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648596974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3250">
        <p15:prstTrans prst="origami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E6962AA-0721-434D-9F10-489855FC485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sz="4000" b="1" dirty="0"/>
              <a:t>Összegzés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5CEE03A6-7515-4C8C-9104-277DDFF3E5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Autofit/>
          </a:bodyPr>
          <a:lstStyle/>
          <a:p>
            <a:endParaRPr lang="hu-HU" sz="5000" dirty="0"/>
          </a:p>
        </p:txBody>
      </p:sp>
    </p:spTree>
    <p:extLst>
      <p:ext uri="{BB962C8B-B14F-4D97-AF65-F5344CB8AC3E}">
        <p14:creationId xmlns:p14="http://schemas.microsoft.com/office/powerpoint/2010/main" val="2922484389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3250">
        <p15:prstTrans prst="origami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ganikus">
  <a:themeElements>
    <a:clrScheme name="Organikus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kus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kus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66</TotalTime>
  <Words>216</Words>
  <Application>Microsoft Office PowerPoint</Application>
  <PresentationFormat>Szélesvásznú</PresentationFormat>
  <Paragraphs>13</Paragraphs>
  <Slides>6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2</vt:i4>
      </vt:variant>
      <vt:variant>
        <vt:lpstr>Téma</vt:lpstr>
      </vt:variant>
      <vt:variant>
        <vt:i4>1</vt:i4>
      </vt:variant>
      <vt:variant>
        <vt:lpstr>Diacímek</vt:lpstr>
      </vt:variant>
      <vt:variant>
        <vt:i4>6</vt:i4>
      </vt:variant>
    </vt:vector>
  </HeadingPairs>
  <TitlesOfParts>
    <vt:vector size="9" baseType="lpstr">
      <vt:lpstr>Arial</vt:lpstr>
      <vt:lpstr>Garamond</vt:lpstr>
      <vt:lpstr>Organikus</vt:lpstr>
      <vt:lpstr>Programozási környezetben a változók használatának bemutatása, és hol fordulnak elő?</vt:lpstr>
      <vt:lpstr>Változó és Konstans között a különbség</vt:lpstr>
      <vt:lpstr>Rugalmas és nem rugalmas nyelvek</vt:lpstr>
      <vt:lpstr>Miért jó az egyik, és amiért a másik</vt:lpstr>
      <vt:lpstr>Hogyan néz ki ez a gyakorlatban?</vt:lpstr>
      <vt:lpstr>Összegzés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Téma: programozási környezetben a változók használatának bemutatása. hol fordul elő? php, javascript python c# stb amiket tanultunk, konstans talalók rugalmas nem rugalmas</dc:title>
  <dc:creator>Czeglédi Rokkó Lajos</dc:creator>
  <cp:lastModifiedBy>László Bence József</cp:lastModifiedBy>
  <cp:revision>9</cp:revision>
  <dcterms:created xsi:type="dcterms:W3CDTF">2026-10-05T11:53:45Z</dcterms:created>
  <dcterms:modified xsi:type="dcterms:W3CDTF">2026-10-08T09:30:15Z</dcterms:modified>
</cp:coreProperties>
</file>