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048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3449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340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7229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894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559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23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23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879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20688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221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60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72634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84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004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623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7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872EF4C-FF12-49F2-ACE0-A2648E0A2B99}" type="datetimeFigureOut">
              <a:rPr lang="hu-HU" smtClean="0"/>
              <a:t>2026.10.12.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2476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B2855C-3CF6-4EF6-A67A-5CC6787FB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3933" y="1838629"/>
            <a:ext cx="6815669" cy="1515533"/>
          </a:xfrm>
        </p:spPr>
        <p:txBody>
          <a:bodyPr>
            <a:noAutofit/>
          </a:bodyPr>
          <a:lstStyle/>
          <a:p>
            <a:r>
              <a:rPr lang="hu-HU" sz="3200" b="1" dirty="0"/>
              <a:t>Programozási környezetben a változók használatának bemutatása, és hol fordulnak elő?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3278A07-AC78-4711-8DD1-CF3897565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4208" y="3640819"/>
            <a:ext cx="6815669" cy="1320802"/>
          </a:xfrm>
        </p:spPr>
        <p:txBody>
          <a:bodyPr>
            <a:normAutofit/>
          </a:bodyPr>
          <a:lstStyle/>
          <a:p>
            <a:r>
              <a:rPr lang="hu-HU" sz="2000" b="1" dirty="0"/>
              <a:t>Készítette: Czeglédi </a:t>
            </a:r>
            <a:r>
              <a:rPr lang="hu-HU" sz="2000" b="1" dirty="0" err="1"/>
              <a:t>Tung</a:t>
            </a:r>
            <a:r>
              <a:rPr lang="hu-HU" sz="2000" b="1" dirty="0"/>
              <a:t> </a:t>
            </a:r>
            <a:r>
              <a:rPr lang="hu-HU" sz="2000" b="1" dirty="0" err="1"/>
              <a:t>Tung</a:t>
            </a:r>
            <a:r>
              <a:rPr lang="hu-HU" sz="2000" b="1" dirty="0"/>
              <a:t> </a:t>
            </a:r>
            <a:r>
              <a:rPr lang="hu-HU" sz="2000" b="1" dirty="0" err="1"/>
              <a:t>Tung</a:t>
            </a:r>
            <a:r>
              <a:rPr lang="hu-HU" sz="2000" b="1" dirty="0"/>
              <a:t> Rokkó </a:t>
            </a:r>
            <a:r>
              <a:rPr lang="hu-HU" sz="2000" b="1" dirty="0" err="1"/>
              <a:t>Sahur</a:t>
            </a:r>
            <a:r>
              <a:rPr lang="hu-HU" sz="2000" b="1" dirty="0"/>
              <a:t>,</a:t>
            </a:r>
            <a:br>
              <a:rPr lang="hu-HU" sz="2000" b="1" dirty="0"/>
            </a:br>
            <a:r>
              <a:rPr lang="hu-HU" sz="2000" b="1" dirty="0"/>
              <a:t>Megyeri </a:t>
            </a:r>
            <a:r>
              <a:rPr lang="hu-HU" sz="2000" b="1" dirty="0" err="1"/>
              <a:t>Dikárd</a:t>
            </a:r>
            <a:r>
              <a:rPr lang="hu-HU" sz="2000" b="1" dirty="0"/>
              <a:t> </a:t>
            </a:r>
            <a:r>
              <a:rPr lang="hu-HU" sz="2000" b="1" dirty="0" err="1"/>
              <a:t>Rikárd</a:t>
            </a:r>
            <a:r>
              <a:rPr lang="hu-HU" sz="2000" b="1" dirty="0"/>
              <a:t> Richárd,</a:t>
            </a:r>
            <a:br>
              <a:rPr lang="hu-HU" sz="2000" b="1" dirty="0"/>
            </a:br>
            <a:r>
              <a:rPr lang="hu-HU" sz="2000" b="1" dirty="0"/>
              <a:t>Lassuló </a:t>
            </a:r>
            <a:r>
              <a:rPr lang="hu-HU" sz="2000" b="1" dirty="0" err="1"/>
              <a:t>Shabbat</a:t>
            </a:r>
            <a:r>
              <a:rPr lang="hu-HU" sz="2000" b="1" dirty="0"/>
              <a:t> </a:t>
            </a:r>
            <a:r>
              <a:rPr lang="hu-HU" sz="2000" b="1" dirty="0" err="1"/>
              <a:t>Shalom</a:t>
            </a:r>
            <a:r>
              <a:rPr lang="hu-HU" sz="2000" b="1" dirty="0"/>
              <a:t> </a:t>
            </a:r>
            <a:r>
              <a:rPr lang="hu-HU" sz="2000" b="1" dirty="0" err="1"/>
              <a:t>Benjámince</a:t>
            </a:r>
            <a:endParaRPr lang="hu-HU" sz="2000" b="1" dirty="0"/>
          </a:p>
        </p:txBody>
      </p:sp>
    </p:spTree>
    <p:extLst>
      <p:ext uri="{BB962C8B-B14F-4D97-AF65-F5344CB8AC3E}">
        <p14:creationId xmlns:p14="http://schemas.microsoft.com/office/powerpoint/2010/main" val="17586320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9DF5E6-49F0-4F6F-8DAB-43275C965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4000" b="1" dirty="0"/>
              <a:t>Változó és Konstans között a különbség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10D62CF-E08F-43A4-AC1E-BEB099B1F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7005275" cy="1515532"/>
          </a:xfrm>
        </p:spPr>
        <p:txBody>
          <a:bodyPr>
            <a:noAutofit/>
          </a:bodyPr>
          <a:lstStyle/>
          <a:p>
            <a:r>
              <a:rPr lang="hu-HU" sz="2400" b="1" u="none" strike="noStrike" dirty="0">
                <a:effectLst/>
                <a:latin typeface="+mj-lt"/>
              </a:rPr>
              <a:t>Változó:</a:t>
            </a:r>
            <a:r>
              <a:rPr lang="hu-HU" sz="2400" b="1" dirty="0">
                <a:latin typeface="+mj-lt"/>
              </a:rPr>
              <a:t> Olyan memóriatár, aminek az értéke a program futása során bármikor módosítható.</a:t>
            </a:r>
          </a:p>
          <a:p>
            <a:r>
              <a:rPr lang="hu-HU" sz="2400" b="1" u="none" strike="noStrike" dirty="0">
                <a:effectLst/>
                <a:latin typeface="+mj-lt"/>
              </a:rPr>
              <a:t>Konstans:</a:t>
            </a:r>
            <a:r>
              <a:rPr lang="hu-HU" sz="2400" b="1" dirty="0">
                <a:latin typeface="+mj-lt"/>
              </a:rPr>
              <a:t> Egyszer kap értéket, utána módosíthatatlan, fix marad.</a:t>
            </a:r>
          </a:p>
        </p:txBody>
      </p:sp>
    </p:spTree>
    <p:extLst>
      <p:ext uri="{BB962C8B-B14F-4D97-AF65-F5344CB8AC3E}">
        <p14:creationId xmlns:p14="http://schemas.microsoft.com/office/powerpoint/2010/main" val="14444964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C9D2F4-5FC5-48A9-8E55-3C4C276F41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4000" b="1" dirty="0"/>
              <a:t>Rugalmas és nem rugalmas nyelvek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A50A6F5D-C796-4406-BD72-B799BFCF1F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sz="1500" b="1" u="none" strike="noStrike" dirty="0">
                <a:effectLst/>
                <a:latin typeface="+mj-lt"/>
              </a:rPr>
              <a:t>-Rugalmas nyelv: A változó egy üres zacskó. Bármit belerakhatsz egymás után: először egy számot, aztán egy szöveget. A gép menet közben alkalmazkodik. (pl. JavaScript)</a:t>
            </a:r>
          </a:p>
          <a:p>
            <a:r>
              <a:rPr lang="hu-HU" sz="1500" b="1" u="none" strike="noStrike" dirty="0">
                <a:effectLst/>
                <a:latin typeface="+mj-lt"/>
              </a:rPr>
              <a:t>-Nem rugalmas nyelv:</a:t>
            </a:r>
            <a:r>
              <a:rPr lang="hu-HU" sz="1500" b="1" dirty="0">
                <a:latin typeface="+mj-lt"/>
              </a:rPr>
              <a:t> A változó egy </a:t>
            </a:r>
            <a:r>
              <a:rPr lang="hu-HU" sz="1500" b="1" u="none" strike="noStrike" dirty="0">
                <a:effectLst/>
                <a:latin typeface="+mj-lt"/>
              </a:rPr>
              <a:t>fix műanyag doboz</a:t>
            </a:r>
            <a:r>
              <a:rPr lang="hu-HU" sz="1500" b="1" dirty="0">
                <a:latin typeface="+mj-lt"/>
              </a:rPr>
              <a:t>. Ha eldöntötted, hogy szám lakik benne, később már nem tehetsz bele szöveget, mert a gép azonnal hibaüzenettel leáll. (pl. C#)</a:t>
            </a:r>
            <a:endParaRPr lang="hu-HU" sz="1500" b="1" u="none" strike="noStrike" dirty="0">
              <a:effectLst/>
              <a:latin typeface="+mj-lt"/>
            </a:endParaRPr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62D054A-0E4F-4F5D-B900-C52C996A0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138" y="205062"/>
            <a:ext cx="3399723" cy="19130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08670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BDFBF6-8340-4733-AABB-78FB9F8E1D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4000" b="1" dirty="0"/>
              <a:t>Miért jó az egyik, és amiért a másik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E7FBC7E-1BA2-4F8B-A921-6F4F7C6F60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b="1" u="none" strike="noStrike" dirty="0">
                <a:effectLst/>
                <a:latin typeface="+mj-lt"/>
              </a:rPr>
              <a:t>Rugalmas (pl. Python):</a:t>
            </a:r>
            <a:r>
              <a:rPr lang="hu-HU" b="1" dirty="0">
                <a:latin typeface="+mj-lt"/>
              </a:rPr>
              <a:t> Gyorsabb vele a munka, mert nem kell a típusokon agyalni, viszont könnyebb láthatatlan hibákat hagyni a kódban.</a:t>
            </a:r>
          </a:p>
          <a:p>
            <a:r>
              <a:rPr lang="hu-HU" b="1" u="none" strike="noStrike" dirty="0">
                <a:effectLst/>
                <a:latin typeface="+mj-lt"/>
              </a:rPr>
              <a:t>Nem rugalmas (pl. C#):</a:t>
            </a:r>
            <a:r>
              <a:rPr lang="hu-HU" b="1" dirty="0">
                <a:latin typeface="+mj-lt"/>
              </a:rPr>
              <a:t> Több kódolást igényel, de a gép azonnal rácsap a kezedre, ha hülyeséget csinálsz, így szinte nincs rejtett hib</a:t>
            </a:r>
            <a:r>
              <a:rPr lang="hu-HU" dirty="0">
                <a:latin typeface="+mj-lt"/>
              </a:rPr>
              <a:t>a.</a:t>
            </a:r>
            <a:br>
              <a:rPr lang="hu-HU" dirty="0">
                <a:latin typeface="+mj-lt"/>
              </a:rPr>
            </a:br>
            <a:endParaRPr lang="hu-HU" dirty="0">
              <a:latin typeface="+mj-lt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A022434-488E-4410-AD49-53F2A8A90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106" y="4793841"/>
            <a:ext cx="3339787" cy="18796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4799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502AA7-FB45-412C-B8F2-67F30469B4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4000" b="1" dirty="0"/>
              <a:t>Hogyan néz ki ez a gyakorlatban?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B5245B-9DEC-4DE0-A80C-00405B3A53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545459" y="3471337"/>
            <a:ext cx="710108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Rugalmas nyelvek: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Egyszerű, típusmegadás nélküli kódolás (Python, JS, PHP).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Szintaktikai apróságok: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JS-ben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let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kulcsszóra és a PHP-ben $ jelére kell figyelni.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Szigorú C#: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Kötelező az adattípus pl. int előzetes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kijelentese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Katonás rend:</a:t>
            </a:r>
            <a:r>
              <a:rPr kumimoji="0" lang="hu-HU" altLang="hu-H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Több gépelést igényel, de nagy projekteknél rengeteg problémát lehet vele </a:t>
            </a:r>
            <a:r>
              <a:rPr kumimoji="0" lang="hu-HU" altLang="hu-H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elkerűlni</a:t>
            </a:r>
            <a:r>
              <a:rPr kumimoji="0" lang="hu-HU" altLang="hu-H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8596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kus">
  <a:themeElements>
    <a:clrScheme name="Organikus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ku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kus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86</TotalTime>
  <Words>273</Words>
  <Application>Microsoft Office PowerPoint</Application>
  <PresentationFormat>Szélesvásznú</PresentationFormat>
  <Paragraphs>16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Organikus</vt:lpstr>
      <vt:lpstr>Programozási környezetben a változók használatának bemutatása, és hol fordulnak elő?</vt:lpstr>
      <vt:lpstr>Változó és Konstans között a különbség</vt:lpstr>
      <vt:lpstr>Rugalmas és nem rugalmas nyelvek</vt:lpstr>
      <vt:lpstr>Miért jó az egyik, és amiért a másik</vt:lpstr>
      <vt:lpstr>Hogyan néz ki ez a gyakorlatban?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Téma: programozási környezetben a változók használatának bemutatása. hol fordul elő? php, javascript python c# stb amiket tanultunk, konstans talalók rugalmas nem rugalmas</dc:title>
  <dc:creator>Czeglédi Rokkó Lajos</dc:creator>
  <cp:lastModifiedBy>László Bence József</cp:lastModifiedBy>
  <cp:revision>14</cp:revision>
  <dcterms:created xsi:type="dcterms:W3CDTF">2026-10-05T11:53:45Z</dcterms:created>
  <dcterms:modified xsi:type="dcterms:W3CDTF">2026-10-12T12:09:08Z</dcterms:modified>
</cp:coreProperties>
</file>