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048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344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40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722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894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559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23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23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879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068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221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60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2634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84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004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623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7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872EF4C-FF12-49F2-ACE0-A2648E0A2B99}" type="datetimeFigureOut">
              <a:rPr lang="hu-HU" smtClean="0"/>
              <a:t>2026.10.05.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8AACA6-BFC7-40FD-B59E-A0F97248E13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247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B2855C-3CF6-4EF6-A67A-5CC6787FB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3933" y="1838629"/>
            <a:ext cx="6815669" cy="1515533"/>
          </a:xfrm>
        </p:spPr>
        <p:txBody>
          <a:bodyPr>
            <a:normAutofit/>
          </a:bodyPr>
          <a:lstStyle/>
          <a:p>
            <a:r>
              <a:rPr lang="hu-HU" sz="2000" b="1" dirty="0"/>
              <a:t>Téma: programozási környezetben a változók használatának bemutatása. hol fordul elő? php, </a:t>
            </a:r>
            <a:r>
              <a:rPr lang="hu-HU" sz="2000" b="1" dirty="0" err="1"/>
              <a:t>javascript</a:t>
            </a:r>
            <a:r>
              <a:rPr lang="hu-HU" sz="2000" b="1" dirty="0"/>
              <a:t> </a:t>
            </a:r>
            <a:r>
              <a:rPr lang="hu-HU" sz="2000" b="1" dirty="0" err="1"/>
              <a:t>python</a:t>
            </a:r>
            <a:r>
              <a:rPr lang="hu-HU" sz="2000" b="1" dirty="0"/>
              <a:t> c# </a:t>
            </a:r>
            <a:r>
              <a:rPr lang="hu-HU" sz="2000" b="1" dirty="0" err="1"/>
              <a:t>stb</a:t>
            </a:r>
            <a:r>
              <a:rPr lang="hu-HU" sz="2000" b="1" dirty="0"/>
              <a:t> amiket tanultunk, konstans </a:t>
            </a:r>
            <a:r>
              <a:rPr lang="hu-HU" sz="2000" b="1" dirty="0" err="1"/>
              <a:t>talalók</a:t>
            </a:r>
            <a:r>
              <a:rPr lang="hu-HU" sz="2000" b="1" dirty="0"/>
              <a:t> rugalmas nem rugalmas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3278A07-AC78-4711-8DD1-CF3897565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4208" y="3640819"/>
            <a:ext cx="6815669" cy="1320802"/>
          </a:xfrm>
        </p:spPr>
        <p:txBody>
          <a:bodyPr/>
          <a:lstStyle/>
          <a:p>
            <a:r>
              <a:rPr lang="hu-HU" b="1" dirty="0"/>
              <a:t>Készítette</a:t>
            </a:r>
            <a:r>
              <a:rPr lang="hu-HU" b="1"/>
              <a:t>: Czeglédi Tung</a:t>
            </a:r>
            <a:r>
              <a:rPr lang="hu-HU" b="1" dirty="0"/>
              <a:t> </a:t>
            </a:r>
            <a:r>
              <a:rPr lang="hu-HU" b="1" dirty="0" err="1"/>
              <a:t>Tung</a:t>
            </a:r>
            <a:r>
              <a:rPr lang="hu-HU" b="1" dirty="0"/>
              <a:t> </a:t>
            </a:r>
            <a:r>
              <a:rPr lang="hu-HU" b="1" dirty="0" err="1"/>
              <a:t>Tung</a:t>
            </a:r>
            <a:r>
              <a:rPr lang="hu-HU" b="1" dirty="0"/>
              <a:t> Rokkó </a:t>
            </a:r>
            <a:r>
              <a:rPr lang="hu-HU" b="1" dirty="0" err="1"/>
              <a:t>Sahur</a:t>
            </a:r>
            <a:r>
              <a:rPr lang="hu-HU" b="1" dirty="0"/>
              <a:t>, Megyeri </a:t>
            </a:r>
            <a:r>
              <a:rPr lang="hu-HU" b="1" dirty="0" err="1"/>
              <a:t>Dikárd</a:t>
            </a:r>
            <a:r>
              <a:rPr lang="hu-HU" b="1" dirty="0"/>
              <a:t> </a:t>
            </a:r>
            <a:r>
              <a:rPr lang="hu-HU" b="1" dirty="0" err="1"/>
              <a:t>Rikárd</a:t>
            </a:r>
            <a:r>
              <a:rPr lang="hu-HU" b="1" dirty="0"/>
              <a:t> Richárd, Lassuló </a:t>
            </a:r>
            <a:r>
              <a:rPr lang="hu-HU" b="1" dirty="0" err="1"/>
              <a:t>Shabbat</a:t>
            </a:r>
            <a:r>
              <a:rPr lang="hu-HU" b="1" dirty="0"/>
              <a:t> </a:t>
            </a:r>
            <a:r>
              <a:rPr lang="hu-HU" b="1" dirty="0" err="1"/>
              <a:t>Shalom</a:t>
            </a:r>
            <a:r>
              <a:rPr lang="hu-HU" b="1" dirty="0"/>
              <a:t> </a:t>
            </a:r>
            <a:r>
              <a:rPr lang="hu-HU" b="1" dirty="0" err="1"/>
              <a:t>Benjámince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175863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9DF5E6-49F0-4F6F-8DAB-43275C965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000" b="1" dirty="0"/>
              <a:t>Változó és Konstans között a különbség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10D62CF-E08F-43A4-AC1E-BEB099B1F4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b="1" u="none" strike="noStrike" dirty="0">
                <a:effectLst/>
                <a:latin typeface="+mj-lt"/>
              </a:rPr>
              <a:t>Változó:</a:t>
            </a:r>
            <a:r>
              <a:rPr lang="hu-HU" b="1" dirty="0">
                <a:latin typeface="+mj-lt"/>
              </a:rPr>
              <a:t> Olyan memóriatár, aminek az értéke a program futása során bármikor módosítható.</a:t>
            </a:r>
          </a:p>
          <a:p>
            <a:r>
              <a:rPr lang="hu-HU" b="1" u="none" strike="noStrike" dirty="0">
                <a:effectLst/>
                <a:latin typeface="+mj-lt"/>
              </a:rPr>
              <a:t>Konstans:</a:t>
            </a:r>
            <a:r>
              <a:rPr lang="hu-HU" b="1" dirty="0">
                <a:latin typeface="+mj-lt"/>
              </a:rPr>
              <a:t> Egyszer kap értéket, utána módosíthatatlan, fix marad.</a:t>
            </a:r>
          </a:p>
        </p:txBody>
      </p:sp>
    </p:spTree>
    <p:extLst>
      <p:ext uri="{BB962C8B-B14F-4D97-AF65-F5344CB8AC3E}">
        <p14:creationId xmlns:p14="http://schemas.microsoft.com/office/powerpoint/2010/main" val="144449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C9D2F4-5FC5-48A9-8E55-3C4C276F4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000" b="1" dirty="0"/>
              <a:t>Rugalmas és nem rugalmas nyelvek</a:t>
            </a:r>
          </a:p>
        </p:txBody>
      </p:sp>
      <p:sp>
        <p:nvSpPr>
          <p:cNvPr id="5" name="Alcím 4">
            <a:extLst>
              <a:ext uri="{FF2B5EF4-FFF2-40B4-BE49-F238E27FC236}">
                <a16:creationId xmlns:a16="http://schemas.microsoft.com/office/drawing/2014/main" id="{A50A6F5D-C796-4406-BD72-B799BFCF1F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sz="1500" b="1" u="none" strike="noStrike" dirty="0">
                <a:effectLst/>
                <a:latin typeface="+mj-lt"/>
              </a:rPr>
              <a:t>-Rugalmas nyelv: A változó egy üres zacskó. Bármit belerakhatsz egymás után: először egy számot, aztán egy szöveget. A gép menet közben alkalmazkodik. (pl. JavaScript, Python, PHP)</a:t>
            </a:r>
          </a:p>
          <a:p>
            <a:r>
              <a:rPr lang="hu-HU" sz="1500" b="1" u="none" strike="noStrike" dirty="0">
                <a:effectLst/>
                <a:latin typeface="+mj-lt"/>
              </a:rPr>
              <a:t>-Nem rugalmas nyelv:</a:t>
            </a:r>
            <a:r>
              <a:rPr lang="hu-HU" sz="1500" b="1" dirty="0">
                <a:latin typeface="+mj-lt"/>
              </a:rPr>
              <a:t> A változó egy </a:t>
            </a:r>
            <a:r>
              <a:rPr lang="hu-HU" sz="1500" b="1" u="none" strike="noStrike" dirty="0">
                <a:effectLst/>
                <a:latin typeface="+mj-lt"/>
              </a:rPr>
              <a:t>fix műanyag doboz</a:t>
            </a:r>
            <a:r>
              <a:rPr lang="hu-HU" sz="1500" b="1" dirty="0">
                <a:latin typeface="+mj-lt"/>
              </a:rPr>
              <a:t>. Ha eldöntötted, hogy szám lakik benne, később már nem tehetsz bele szöveget, mert a gép azonnal hibaüzenettel leáll. (pl. C#)</a:t>
            </a:r>
            <a:endParaRPr lang="hu-HU" sz="1500" b="1" u="none" strike="noStrike" dirty="0">
              <a:effectLst/>
              <a:latin typeface="+mj-lt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70867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BDFBF6-8340-4733-AABB-78FB9F8E1D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4000" b="1" dirty="0"/>
              <a:t>Miért jó az egyik, és amiért a másik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E7FBC7E-1BA2-4F8B-A921-6F4F7C6F60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b="1" u="none" strike="noStrike" dirty="0">
                <a:effectLst/>
                <a:latin typeface="+mj-lt"/>
              </a:rPr>
              <a:t>Rugalmas (pl. JS, Python):</a:t>
            </a:r>
            <a:r>
              <a:rPr lang="hu-HU" b="1" dirty="0">
                <a:latin typeface="+mj-lt"/>
              </a:rPr>
              <a:t> Gyorsabb vele a munka, mert nem kell a típusokon agyalni, viszont könnyebb láthatatlan hibákat hagyni a kódban.</a:t>
            </a:r>
          </a:p>
          <a:p>
            <a:r>
              <a:rPr lang="hu-HU" b="1" u="none" strike="noStrike" dirty="0">
                <a:effectLst/>
                <a:latin typeface="+mj-lt"/>
              </a:rPr>
              <a:t>Nem rugalmas (pl. C#):</a:t>
            </a:r>
            <a:r>
              <a:rPr lang="hu-HU" b="1" dirty="0">
                <a:latin typeface="+mj-lt"/>
              </a:rPr>
              <a:t> Több kódolást igényel, de a gép azonnal rácsap a kezedre, ha hülyeséget csinálsz, így szinte nincs rejtett hib</a:t>
            </a:r>
            <a:r>
              <a:rPr lang="hu-HU" dirty="0">
                <a:latin typeface="+mj-lt"/>
              </a:rPr>
              <a:t>a.</a:t>
            </a:r>
            <a:br>
              <a:rPr lang="hu-HU" dirty="0">
                <a:latin typeface="+mj-lt"/>
              </a:rPr>
            </a:br>
            <a:endParaRPr lang="hu-H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04799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kus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u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us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28</TotalTime>
  <Words>228</Words>
  <Application>Microsoft Office PowerPoint</Application>
  <PresentationFormat>Szélesvásznú</PresentationFormat>
  <Paragraphs>11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7" baseType="lpstr">
      <vt:lpstr>Arial</vt:lpstr>
      <vt:lpstr>Garamond</vt:lpstr>
      <vt:lpstr>Organikus</vt:lpstr>
      <vt:lpstr>Téma: programozási környezetben a változók használatának bemutatása. hol fordul elő? php, javascript python c# stb amiket tanultunk, konstans talalók rugalmas nem rugalmas</vt:lpstr>
      <vt:lpstr>Változó és Konstans között a különbség</vt:lpstr>
      <vt:lpstr>Rugalmas és nem rugalmas nyelvek</vt:lpstr>
      <vt:lpstr>Miért jó az egyik, és amiért a másik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Téma: programozási környezetben a változók használatának bemutatása. hol fordul elő? php, javascript python c# stb amiket tanultunk, konstans talalók rugalmas nem rugalmas</dc:title>
  <dc:creator>Czeglédi Rokkó Lajos</dc:creator>
  <cp:lastModifiedBy>Czeglédi Rokkó Lajos</cp:lastModifiedBy>
  <cp:revision>4</cp:revision>
  <dcterms:created xsi:type="dcterms:W3CDTF">2026-10-05T11:53:45Z</dcterms:created>
  <dcterms:modified xsi:type="dcterms:W3CDTF">2026-10-05T12:22:02Z</dcterms:modified>
</cp:coreProperties>
</file>